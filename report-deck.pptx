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perplexity.ai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A (90/100)  ·  10 findings  ·  5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finance lookup flow, where users search for a ticker and land on a finance page. The flow is bleeding value because the search inputs are ambiguous or unlabeled, and the finance pages lack trust signals, causing users to hesitate or abandon. For example, the homepage search box shows three stacked placeholder lines with similar phrasing, and the ticker input on finance pages has no visible label, while pages like /finance/NVDA show no reviews, guarantees, or security badges near the price and analyst consensus.</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security badge, so a first-time visitor has nothing to offset p</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Ambiguous search input labels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Repeated placeholder text without a clear label confuses users about what the search input accepts, hurting conversion.</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Unclear navigation link destinations</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Top navigation items lack descriptive labels, making it hard for users to predict where links lead.</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Lab Largest Contentful Paint of 3.1 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Measured in a lab load: the page's main content takes this long to appear on a mid-range phone; most visitors have bounc</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C0392B"/>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No responsive viewport declared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Ambiguous search input labels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"What do you want to know?What do you want to know?What do you want to know? Ask anything…"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Repeated placeholder text without a clear label confuses users about what the search input accepts.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Unclear navigation link destinations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"New ⌃I Computer Computer Artifacts Artifacts Customize Customize Projects Projects"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Top navigation items lack descriptive labels, making it hard for users to predict where links lead.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Largest Contentful Paint of 3.1 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3.1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Ambiguous search input labels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Unclear navigation link destinations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Unlabeled ticker symbol input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Controls without accessible names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Lab Largest Contentful Paint of 3.1 s</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Inactive ticker lacks guidance</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No trust signals on finance pages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